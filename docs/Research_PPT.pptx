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0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AI Inference Offloading for Latency and Energy Optimization 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Vaibhav Verma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2210992492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2210991889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Gifty Gupta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 rot="10800000">
            <a:off x="3291840" y="3974366"/>
            <a:ext cx="4544568" cy="10456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367A0C-EDDE-012D-5551-774739E6D16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200" y="1394805"/>
            <a:ext cx="82292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processing power, memory, and battery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run complex AI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powerful resources but introduces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delays and dependency on internet connectivity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Sending data to the cloud also raises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 concerns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(always edge or always cloud), which do not adapt to changing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system that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dynamically decide the best execution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A46B-145D-2B30-A64D-67DB8BAD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09F941C-C9FD-7B60-19D5-077DD596D05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C89B3EB-FED4-1D95-0A31-9FBE69BFC09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4845B26B-B7CA-9BB7-F3E8-32074441C68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380" y="1472100"/>
            <a:ext cx="82292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(chatbots, assistants, NLP tools) require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real-time responses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expect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 performance without delays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even on mobile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life is critical, so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processing is necessary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conditions vary (Wi-Fi, mobile data, poor connectivity), requiring adaptability.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smart system can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experience, efficiency, and 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adjusting dynamically. </a:t>
            </a:r>
          </a:p>
        </p:txBody>
      </p:sp>
    </p:spTree>
    <p:extLst>
      <p:ext uri="{BB962C8B-B14F-4D97-AF65-F5344CB8AC3E}">
        <p14:creationId xmlns:p14="http://schemas.microsoft.com/office/powerpoint/2010/main" val="313078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C48F-1E90-9117-5179-AB403521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5EE16D2-BF40-9A82-D105-9213EA84532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42264FA-0A23-4402-881F-8BA784884E1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BB36B-8B48-635D-0C17-B5AE391CC78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200" y="1688009"/>
            <a:ext cx="82292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system combining edge and cloud computing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latency (response time)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AI tasks.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mobile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decision mechanism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real-time use.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 to changing device and network conditions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by allowing local processing when needed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5480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CD8A-DEFD-17D5-38BA-E89B829B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33EB567-080C-4359-CC16-4DD730111B9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151DC7E-25BB-7FB3-5F0E-3924C5FAC7E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01BD683-042B-56AA-C914-F5B705D10EE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200" y="1523068"/>
            <a:ext cx="82292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inference offloading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selects where AI computation should occur.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system conditions such 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usage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level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inputs, it decides: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 on device (edge), 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Offload to cloud server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 trade-off between speed and energy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6564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D9C9-FF24-036F-49BA-5B91CC04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7D91E66-401B-2B40-D9D3-A20FDB511C3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8EC762A-1CC5-019E-893D-2FA31C687B3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9B3A81F-2FF0-F1B2-EF68-179144F53C3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200" y="1993966"/>
            <a:ext cx="8229240" cy="2474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four main components: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Mobile Application Interface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takes user input and displays output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On-device Inference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runs lightweight AI models locally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Cloud Inference Server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complex computations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Decision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selects execution location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→ decision engine → edge/cloud processing → result returned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ensures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flexibility, efficiency, and smooth switching between edge and cloud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4021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CF92-2D02-B25A-B508-D9BFB563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76BACB7-A1C3-19CA-7546-A69D34774BA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Strategies (Edge vs Cloud)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62B9CEC-08E6-98AF-1B75-D7694EC63D2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E23E35-0E9A-A82F-90FB-8453201D763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380" y="1580814"/>
            <a:ext cx="8229240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(On-device)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Low latency (no network delay)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Better privacy (data stays on device)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Limited computational power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Higher battery usage for complex tasks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 computational power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Suitable for complex AI models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Network delay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Requires stable internet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Possible privacy concerns</a:t>
            </a:r>
          </a:p>
        </p:txBody>
      </p:sp>
    </p:spTree>
    <p:extLst>
      <p:ext uri="{BB962C8B-B14F-4D97-AF65-F5344CB8AC3E}">
        <p14:creationId xmlns:p14="http://schemas.microsoft.com/office/powerpoint/2010/main" val="1457252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3E37-2C84-F42A-D8E6-CF2E9B5D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A92F035-E99C-C5D2-6AD6-D1F5565DBD0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 Logic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675F8F0-C3BC-F3F0-AC61-28B42E283F3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D3A86A6-83DA-E301-337F-DA08105F681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380" y="1458270"/>
            <a:ext cx="822924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engine runs on the mobile device and works in real-time.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evaluates: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Estimated edge latency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Estimated cloud latency (including network delay)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Device resources (CPU, RAM, battery)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simple rule: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local execution is faster → choose edge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 → choose cloud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uses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function combining latency and energy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optimization.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thresholds to avoid frequent switching between edge and cloud. </a:t>
            </a:r>
          </a:p>
        </p:txBody>
      </p:sp>
    </p:spTree>
    <p:extLst>
      <p:ext uri="{BB962C8B-B14F-4D97-AF65-F5344CB8AC3E}">
        <p14:creationId xmlns:p14="http://schemas.microsoft.com/office/powerpoint/2010/main" val="278367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701F-C962-A7B6-7F23-1E471660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59ABAC6-76E6-4559-2D78-0C9C23C4CC2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01AEE0A-40C5-84B0-D16C-D4F0F47C7C9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762C4FC-44B8-80F9-E9F8-8C6DEA099C9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200" y="1001208"/>
            <a:ext cx="771144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on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smartphone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mid-range specifications.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</a:p>
          <a:p>
            <a:pPr marL="285750" lvl="8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AI models for local inference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APIs for remote processing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continuously monitors: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usage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level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temperature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under different conditions: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(fast network)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data (moderate network)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connectivity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different workloads like: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queries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 reasoning </a:t>
            </a:r>
          </a:p>
          <a:p>
            <a:pPr marL="285750" lvl="7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text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67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FD74F-0445-A0D5-085F-42C85C67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8283645-EE7C-57CD-4050-BEAA2F79194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/ Observations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5DD2120-94F2-F593-B53D-895253DEC3D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54D64C7-CC6A-0989-827F-8C05383FA2B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200" y="1783624"/>
            <a:ext cx="7711440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performance varies by task type.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 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Small/simple tasks → faster on edge 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or compute-heavy tasks → faster on cloud 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tasks → mixed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dynamic system adapts based on task and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improvements: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23% better than cloud-only execution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43% better than edge-only execution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and consistent performance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overall. </a:t>
            </a:r>
          </a:p>
        </p:txBody>
      </p:sp>
    </p:spTree>
    <p:extLst>
      <p:ext uri="{BB962C8B-B14F-4D97-AF65-F5344CB8AC3E}">
        <p14:creationId xmlns:p14="http://schemas.microsoft.com/office/powerpoint/2010/main" val="3003663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4635-4997-6291-489C-43BC38CD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19AAE38-F65E-DD59-A95E-BBC264901ED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955CD4E-D92D-4CD8-2E10-D42E3B57774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A5620A8-21BD-1E10-B9BB-00ED32DAB89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200" y="1985641"/>
            <a:ext cx="8229240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response time (low latency)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battery through smart execution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to real-time changes in network and device conditions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in different environments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user privacy by allowing local execution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 than traditional fixed approaches </a:t>
            </a:r>
          </a:p>
        </p:txBody>
      </p:sp>
    </p:spTree>
    <p:extLst>
      <p:ext uri="{BB962C8B-B14F-4D97-AF65-F5344CB8AC3E}">
        <p14:creationId xmlns:p14="http://schemas.microsoft.com/office/powerpoint/2010/main" val="3516943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0BB0-B937-565F-48B8-29D67D1C8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742C468-DC01-F5C9-0AAE-C3BD8998B66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2BC0488-AFF9-FACC-35A7-E7C8D876FD4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ECCFA74-B710-C55C-53CD-C1DDBCE143C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57200" y="1576073"/>
            <a:ext cx="8229240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demonstrates that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offloading improves performance and efficiency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achieves a good balance between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and energy consumption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decision-making makes it suitable for real-world mobile devices.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predictive models to improve decision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more parameters like cost, security, and thermal limits.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on different devices and larger AI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energy measurement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hybrid approaches combining rule-based and ML-based decisions.</a:t>
            </a:r>
          </a:p>
        </p:txBody>
      </p:sp>
    </p:spTree>
    <p:extLst>
      <p:ext uri="{BB962C8B-B14F-4D97-AF65-F5344CB8AC3E}">
        <p14:creationId xmlns:p14="http://schemas.microsoft.com/office/powerpoint/2010/main" val="395385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35439</TotalTime>
  <Words>866</Words>
  <Application>Microsoft Office PowerPoint</Application>
  <PresentationFormat>On-screen Show (4:3)</PresentationFormat>
  <Paragraphs>160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Manpreet singh</cp:lastModifiedBy>
  <cp:revision>2303</cp:revision>
  <dcterms:created xsi:type="dcterms:W3CDTF">2010-04-09T07:36:15Z</dcterms:created>
  <dcterms:modified xsi:type="dcterms:W3CDTF">2026-05-01T04:20:01Z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